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</p:sld>
</file>

<file path=ppt/theme/theme1.xml><?xml version="1.0" encoding="utf-8"?>
<a:theme xmlns:a="http://schemas.openxmlformats.org/drawingml/2006/main" name="Blank Theme">
  <a:themeElements>
    <a:clrScheme name="Blank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lank">
      <a:majorFont>
        <a:latin typeface="Calibri"/>
      </a:majorFont>
      <a:minorFont>
        <a:latin typeface="Calibri"/>
      </a:minorFont>
    </a:fontScheme>
    <a:fmtScheme name="Blan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Firma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</cp:coreProperties>
</file>